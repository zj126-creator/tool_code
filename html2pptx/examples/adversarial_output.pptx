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891540"/>
          </a:xfrm>
          <a:prstGeom prst="rect">
            <a:avLst/>
          </a:prstGeom>
          <a:noFill/>
        </p:spPr>
        <p:txBody>
          <a:bodyPr wrap="square" anchor="t"/>
          <a:lstStyle/>
          <a:p>
            <a:pPr algn="l">
              <a:spcBef>
                <a:spcPts val="600"/>
              </a:spcBef>
              <a:spcAft>
                <a:spcPts val="600"/>
              </a:spcAft>
            </a:pPr>
            <a:r>
              <a:rPr sz="1400" b="0" i="0" u="none">
                <a:solidFill>
                  <a:srgbClr val="333333"/>
                </a:solidFill>
                <a:latin typeface="微软雅黑"/>
              </a:rPr>
              <a:t>这是一段超长文本需要测试自动换行和分页是否正确处理。这里有很多文字很多文字很多文字很多文字很多文字很多文字很多文字很多文字很多文字很多文字很多文字很多文字很多文字很多文字很多文字很多文字很多文字很多文字很多文字很多文字很多文字很多文字很多文字很多文字很多文字很多文字很多文字很多文字很多文字很多文字很多文字很多文字很多文字很多文字很多文字很多文字很多文字很多文字很多文字很多文字很多文字很多文字很多文字很多文字很多文字很多文字很多文字很多文字很多文字很多文字很多文字很多文字。</a:t>
            </a:r>
          </a:p>
        </p:txBody>
      </p:sp>
      <p:sp>
        <p:nvSpPr>
          <p:cNvPr id="3" name="TextBox 2"/>
          <p:cNvSpPr txBox="1"/>
          <p:nvPr/>
        </p:nvSpPr>
        <p:spPr>
          <a:xfrm>
            <a:off x="457200" y="1348740"/>
            <a:ext cx="8229600" cy="358140"/>
          </a:xfrm>
          <a:prstGeom prst="rect">
            <a:avLst/>
          </a:prstGeom>
          <a:noFill/>
        </p:spPr>
        <p:txBody>
          <a:bodyPr wrap="square" anchor="t"/>
          <a:lstStyle/>
          <a:p>
            <a:pPr algn="l">
              <a:spcBef>
                <a:spcPts val="600"/>
              </a:spcBef>
              <a:spcAft>
                <a:spcPts val="600"/>
              </a:spcAft>
            </a:pPr>
            <a:r>
              <a:rPr sz="1400" b="0" i="1" u="none">
                <a:solidFill>
                  <a:srgbClr val="333333"/>
                </a:solidFill>
                <a:latin typeface="微软雅黑"/>
              </a:rPr>
              <a:t>[图片: 空图片]</a:t>
            </a:r>
          </a:p>
        </p:txBody>
      </p:sp>
      <p:sp>
        <p:nvSpPr>
          <p:cNvPr id="4" name="TextBox 3"/>
          <p:cNvSpPr txBox="1"/>
          <p:nvPr/>
        </p:nvSpPr>
        <p:spPr>
          <a:xfrm>
            <a:off x="457200" y="1706880"/>
            <a:ext cx="8229600" cy="358140"/>
          </a:xfrm>
          <a:prstGeom prst="rect">
            <a:avLst/>
          </a:prstGeom>
          <a:noFill/>
        </p:spPr>
        <p:txBody>
          <a:bodyPr wrap="square" anchor="t"/>
          <a:lstStyle/>
          <a:p>
            <a:pPr algn="l">
              <a:spcBef>
                <a:spcPts val="600"/>
              </a:spcBef>
              <a:spcAft>
                <a:spcPts val="600"/>
              </a:spcAft>
            </a:pPr>
            <a:r>
              <a:rPr sz="1400" b="0" i="1" u="none">
                <a:solidFill>
                  <a:srgbClr val="333333"/>
                </a:solidFill>
                <a:latin typeface="微软雅黑"/>
              </a:rPr>
              <a:t>[图片: 不存在图片]</a:t>
            </a:r>
          </a:p>
        </p:txBody>
      </p:sp>
      <p:sp>
        <p:nvSpPr>
          <p:cNvPr id="5" name="TextBox 4"/>
          <p:cNvSpPr txBox="1"/>
          <p:nvPr/>
        </p:nvSpPr>
        <p:spPr>
          <a:xfrm>
            <a:off x="457200" y="2065020"/>
            <a:ext cx="8229600" cy="358140"/>
          </a:xfrm>
          <a:prstGeom prst="rect">
            <a:avLst/>
          </a:prstGeom>
          <a:noFill/>
        </p:spPr>
        <p:txBody>
          <a:bodyPr wrap="square" anchor="t"/>
          <a:lstStyle/>
          <a:p>
            <a:pPr algn="l">
              <a:spcBef>
                <a:spcPts val="600"/>
              </a:spcBef>
              <a:spcAft>
                <a:spcPts val="600"/>
              </a:spcAft>
            </a:pPr>
            <a:r>
              <a:rPr sz="1400" b="0" i="0" u="none">
                <a:solidFill>
                  <a:srgbClr val="333333"/>
                </a:solidFill>
                <a:latin typeface="微软雅黑"/>
              </a:rPr>
              <a:t>这是</a:t>
            </a:r>
            <a:r>
              <a:rPr sz="1400" b="1" i="0" u="none">
                <a:solidFill>
                  <a:srgbClr val="333333"/>
                </a:solidFill>
                <a:latin typeface="微软雅黑"/>
              </a:rPr>
              <a:t>加粗里</a:t>
            </a:r>
            <a:r>
              <a:rPr sz="1400" b="1" i="1" u="none">
                <a:solidFill>
                  <a:srgbClr val="333333"/>
                </a:solidFill>
                <a:latin typeface="微软雅黑"/>
              </a:rPr>
              <a:t>斜体里</a:t>
            </a:r>
            <a:r>
              <a:rPr sz="1400" b="1" i="1" u="sng">
                <a:solidFill>
                  <a:srgbClr val="333333"/>
                </a:solidFill>
                <a:latin typeface="微软雅黑"/>
              </a:rPr>
              <a:t>下划线</a:t>
            </a:r>
            <a:r>
              <a:rPr sz="1400" b="1" i="1" u="none">
                <a:solidFill>
                  <a:srgbClr val="333333"/>
                </a:solidFill>
                <a:latin typeface="微软雅黑"/>
              </a:rPr>
              <a:t>回来</a:t>
            </a:r>
            <a:r>
              <a:rPr sz="1400" b="1" i="0" u="none">
                <a:solidFill>
                  <a:srgbClr val="333333"/>
                </a:solidFill>
                <a:latin typeface="微软雅黑"/>
              </a:rPr>
              <a:t>回来</a:t>
            </a:r>
            <a:r>
              <a:rPr sz="1400" b="0" i="0" u="none">
                <a:solidFill>
                  <a:srgbClr val="333333"/>
                </a:solidFill>
                <a:latin typeface="微软雅黑"/>
              </a:rPr>
              <a:t>回来</a:t>
            </a:r>
          </a:p>
        </p:txBody>
      </p:sp>
      <p:sp>
        <p:nvSpPr>
          <p:cNvPr id="6" name="TextBox 5"/>
          <p:cNvSpPr txBox="1"/>
          <p:nvPr/>
        </p:nvSpPr>
        <p:spPr>
          <a:xfrm>
            <a:off x="457200" y="2423160"/>
            <a:ext cx="8229600" cy="891540"/>
          </a:xfrm>
          <a:prstGeom prst="rect">
            <a:avLst/>
          </a:prstGeom>
          <a:noFill/>
        </p:spPr>
        <p:txBody>
          <a:bodyPr wrap="square" anchor="t"/>
          <a:lstStyle/>
          <a:p>
            <a:pPr algn="l">
              <a:spcBef>
                <a:spcPts val="600"/>
              </a:spcBef>
              <a:spcAft>
                <a:spcPts val="600"/>
              </a:spcAft>
            </a:pPr>
            <a:r>
              <a:rPr sz="1400" b="0" i="0" u="none">
                <a:solidFill>
                  <a:srgbClr val="333333"/>
                </a:solidFill>
                <a:latin typeface="微软雅黑"/>
              </a:rPr>
              <a:t>第一行
</a:t>
            </a:r>
            <a:r>
              <a:rPr sz="1400" b="0" i="0" u="none">
                <a:solidFill>
                  <a:srgbClr val="333333"/>
                </a:solidFill>
                <a:latin typeface="微软雅黑"/>
              </a:rPr>
              <a:t>第二行
</a:t>
            </a:r>
            <a:r>
              <a:rPr sz="1400" b="0" i="0" u="none">
                <a:solidFill>
                  <a:srgbClr val="333333"/>
                </a:solidFill>
                <a:latin typeface="微软雅黑"/>
              </a:rPr>
              <a:t>第三行</a:t>
            </a:r>
          </a:p>
        </p:txBody>
      </p:sp>
      <p:sp>
        <p:nvSpPr>
          <p:cNvPr id="7" name="TextBox 6"/>
          <p:cNvSpPr txBox="1"/>
          <p:nvPr/>
        </p:nvSpPr>
        <p:spPr>
          <a:xfrm>
            <a:off x="457200" y="3314700"/>
            <a:ext cx="8229600" cy="1158240"/>
          </a:xfrm>
          <a:prstGeom prst="rect">
            <a:avLst/>
          </a:prstGeom>
          <a:noFill/>
        </p:spPr>
        <p:txBody>
          <a:bodyPr wrap="square" anchor="t"/>
          <a:lstStyle/>
          <a:p>
            <a:pPr algn="l">
              <a:spcBef>
                <a:spcPts val="600"/>
              </a:spcBef>
              <a:spcAft>
                <a:spcPts val="600"/>
              </a:spcAft>
            </a:pPr>
            <a:r>
              <a:rPr sz="1400" b="0" i="0" u="none">
                <a:solidFill>
                  <a:srgbClr val="333333"/>
                </a:solidFill>
                <a:latin typeface="微软雅黑"/>
              </a:rPr>
              <a:t>A
</a:t>
            </a:r>
            <a:r>
              <a:rPr sz="1400" b="0" i="0" u="none">
                <a:solidFill>
                  <a:srgbClr val="333333"/>
                </a:solidFill>
                <a:latin typeface="微软雅黑"/>
              </a:rPr>
              <a:t>B</a:t>
            </a:r>
          </a:p>
        </p:txBody>
      </p:sp>
      <p:sp>
        <p:nvSpPr>
          <p:cNvPr id="8" name="TextBox 7"/>
          <p:cNvSpPr txBox="1"/>
          <p:nvPr/>
        </p:nvSpPr>
        <p:spPr>
          <a:xfrm>
            <a:off x="457200" y="4472940"/>
            <a:ext cx="8229600" cy="274320"/>
          </a:xfrm>
          <a:prstGeom prst="rect">
            <a:avLst/>
          </a:prstGeom>
          <a:noFill/>
        </p:spPr>
        <p:txBody>
          <a:bodyPr wrap="square" anchor="t"/>
          <a:lstStyle/>
          <a:p>
            <a:pPr algn="l">
              <a:spcBef>
                <a:spcPts val="600"/>
              </a:spcBef>
              <a:spcAft>
                <a:spcPts val="600"/>
              </a:spcAft>
            </a:pPr>
            <a:r>
              <a:rPr sz="100" b="0" i="0" u="none">
                <a:solidFill>
                  <a:srgbClr val="333333"/>
                </a:solidFill>
                <a:latin typeface="微软雅黑"/>
              </a:rPr>
              <a:t>字号0</a:t>
            </a:r>
          </a:p>
        </p:txBody>
      </p:sp>
      <p:sp>
        <p:nvSpPr>
          <p:cNvPr id="9" name="TextBox 8"/>
          <p:cNvSpPr txBox="1"/>
          <p:nvPr/>
        </p:nvSpPr>
        <p:spPr>
          <a:xfrm>
            <a:off x="457200" y="4747260"/>
            <a:ext cx="8229600" cy="274320"/>
          </a:xfrm>
          <a:prstGeom prst="rect">
            <a:avLst/>
          </a:prstGeom>
          <a:noFill/>
        </p:spPr>
        <p:txBody>
          <a:bodyPr wrap="square" anchor="t"/>
          <a:lstStyle/>
          <a:p>
            <a:pPr algn="l">
              <a:spcBef>
                <a:spcPts val="600"/>
              </a:spcBef>
              <a:spcAft>
                <a:spcPts val="600"/>
              </a:spcAft>
            </a:pPr>
            <a:r>
              <a:rPr sz="100" b="0" i="0" u="none">
                <a:solidFill>
                  <a:srgbClr val="333333"/>
                </a:solidFill>
                <a:latin typeface="微软雅黑"/>
              </a:rPr>
              <a:t>字号1px</a:t>
            </a:r>
          </a:p>
        </p:txBody>
      </p:sp>
      <p:sp>
        <p:nvSpPr>
          <p:cNvPr id="10" name="TextBox 9"/>
          <p:cNvSpPr txBox="1"/>
          <p:nvPr/>
        </p:nvSpPr>
        <p:spPr>
          <a:xfrm>
            <a:off x="457200" y="5021580"/>
            <a:ext cx="8229600" cy="358140"/>
          </a:xfrm>
          <a:prstGeom prst="rect">
            <a:avLst/>
          </a:prstGeom>
          <a:noFill/>
        </p:spPr>
        <p:txBody>
          <a:bodyPr wrap="square" anchor="t"/>
          <a:lstStyle/>
          <a:p>
            <a:pPr algn="l">
              <a:spcBef>
                <a:spcPts val="600"/>
              </a:spcBef>
              <a:spcAft>
                <a:spcPts val="600"/>
              </a:spcAft>
            </a:pPr>
            <a:r>
              <a:rPr sz="1400" b="0" i="0" u="none">
                <a:solidFill>
                  <a:srgbClr val="333333"/>
                </a:solidFill>
                <a:latin typeface="微软雅黑"/>
              </a:rPr>
              <a:t>透明色</a:t>
            </a:r>
          </a:p>
        </p:txBody>
      </p:sp>
      <p:sp>
        <p:nvSpPr>
          <p:cNvPr id="11" name="TextBox 10"/>
          <p:cNvSpPr txBox="1"/>
          <p:nvPr/>
        </p:nvSpPr>
        <p:spPr>
          <a:xfrm>
            <a:off x="457200" y="5379720"/>
            <a:ext cx="8229600" cy="358140"/>
          </a:xfrm>
          <a:prstGeom prst="rect">
            <a:avLst/>
          </a:prstGeom>
          <a:noFill/>
        </p:spPr>
        <p:txBody>
          <a:bodyPr wrap="square" anchor="t"/>
          <a:lstStyle/>
          <a:p>
            <a:pPr algn="l">
              <a:spcBef>
                <a:spcPts val="600"/>
              </a:spcBef>
              <a:spcAft>
                <a:spcPts val="600"/>
              </a:spcAft>
            </a:pPr>
            <a:r>
              <a:rPr sz="1400" b="0" i="0" u="none">
                <a:solidFill>
                  <a:srgbClr val="333333"/>
                </a:solidFill>
                <a:latin typeface="微软雅黑"/>
              </a:rPr>
              <a:t>继承色</a:t>
            </a:r>
          </a:p>
        </p:txBody>
      </p:sp>
      <p:graphicFrame>
        <p:nvGraphicFramePr>
          <p:cNvPr id="12" name="Table 11"/>
          <p:cNvGraphicFramePr>
            <a:graphicFrameLocks noGrp="1"/>
          </p:cNvGraphicFramePr>
          <p:nvPr/>
        </p:nvGraphicFramePr>
        <p:xfrm>
          <a:off x="457200" y="5737859"/>
          <a:ext cx="8229600" cy="274320"/>
        </p:xfrm>
        <a:graphic>
          <a:graphicData uri="http://schemas.openxmlformats.org/drawingml/2006/table">
            <a:tbl>
              <a:tblPr firstRow="1" bandRow="1">
                <a:tableStyleId>{5C22544A-7EE6-4342-B048-85BDC9FD1C3A}</a:tableStyleId>
              </a:tblPr>
              <a:tblGrid>
                <a:gridCol w="4114800"/>
                <a:gridCol w="4114800"/>
              </a:tblGrid>
              <a:tr h="274320">
                <a:tc>
                  <a:txBody>
                    <a:bodyPr wrap="square"/>
                    <a:lstStyle/>
                    <a:p>
                      <a:pPr algn="l">
                        <a:spcBef>
                          <a:spcPts val="200"/>
                        </a:spcBef>
                        <a:spcAft>
                          <a:spcPts val="200"/>
                        </a:spcAft>
                      </a:pPr>
                      <a:r>
                        <a:rPr sz="1100" b="0" i="0" u="none">
                          <a:solidFill>
                            <a:srgbClr val="333333"/>
                          </a:solidFill>
                          <a:latin typeface="微软雅黑"/>
                        </a:rPr>
                        <a:t>第一段</a:t>
                      </a:r>
                      <a:r>
                        <a:rPr sz="1100" b="0" i="0" u="none">
                          <a:solidFill>
                            <a:srgbClr val="333333"/>
                          </a:solidFill>
                          <a:latin typeface="微软雅黑"/>
                        </a:rPr>
                        <a:t>第二段</a:t>
                      </a:r>
                      <a:r>
                        <a:rPr sz="1100" b="0" i="0" u="none">
                          <a:solidFill>
                            <a:srgbClr val="333333"/>
                          </a:solidFill>
                          <a:latin typeface="微软雅黑"/>
                        </a:rPr>
                        <a:t>第三段</a:t>
                      </a:r>
                    </a:p>
                  </a:txBody>
                  <a:tcPr anchor="ctr">
                    <a:solidFill>
                      <a:srgbClr val="F2F2F2"/>
                    </a:solidFill>
                  </a:tcPr>
                </a:tc>
                <a:tc>
                  <a:txBody>
                    <a:bodyPr wrap="square"/>
                    <a:lstStyle/>
                    <a:p>
                      <a:pPr algn="l">
                        <a:spcBef>
                          <a:spcPts val="200"/>
                        </a:spcBef>
                        <a:spcAft>
                          <a:spcPts val="200"/>
                        </a:spcAft>
                      </a:pPr>
                      <a:r>
                        <a:rPr sz="1100" b="0" i="0" u="none">
                          <a:solidFill>
                            <a:srgbClr val="333333"/>
                          </a:solidFill>
                          <a:latin typeface="微软雅黑"/>
                        </a:rPr>
                        <a:t>单段</a:t>
                      </a:r>
                    </a:p>
                  </a:txBody>
                  <a:tcPr anchor="ctr">
                    <a:solidFill>
                      <a:srgbClr val="F2F2F2"/>
                    </a:solidFill>
                  </a:tcPr>
                </a:tc>
              </a:tr>
            </a:tbl>
          </a:graphicData>
        </a:graphic>
      </p:graphicFrame>
      <p:sp>
        <p:nvSpPr>
          <p:cNvPr id="13" name="TextBox 12"/>
          <p:cNvSpPr txBox="1"/>
          <p:nvPr/>
        </p:nvSpPr>
        <p:spPr>
          <a:xfrm>
            <a:off x="457200" y="6149340"/>
            <a:ext cx="8229600" cy="358140"/>
          </a:xfrm>
          <a:prstGeom prst="rect">
            <a:avLst/>
          </a:prstGeom>
          <a:noFill/>
        </p:spPr>
        <p:txBody>
          <a:bodyPr wrap="square" anchor="t"/>
          <a:lstStyle/>
          <a:p>
            <a:pPr algn="l" marL="274320" indent="-228600">
              <a:spcBef>
                <a:spcPts val="600"/>
              </a:spcBef>
              <a:spcAft>
                <a:spcPts val="600"/>
              </a:spcAft>
              <a:buFont typeface="Arial"/>
              <a:buChar char="•"/>
            </a:pPr>
            <a:r>
              <a:rPr sz="1400" b="0" i="0" u="none">
                <a:solidFill>
                  <a:srgbClr val="333333"/>
                </a:solidFill>
                <a:latin typeface="微软雅黑"/>
              </a:rPr>
              <a:t>L1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358140"/>
          </a:xfrm>
          <a:prstGeom prst="rect">
            <a:avLst/>
          </a:prstGeom>
          <a:noFill/>
        </p:spPr>
        <p:txBody>
          <a:bodyPr wrap="square" anchor="t"/>
          <a:lstStyle/>
          <a:p>
            <a:pPr algn="l" marL="548640" indent="-228600">
              <a:spcBef>
                <a:spcPts val="600"/>
              </a:spcBef>
              <a:spcAft>
                <a:spcPts val="600"/>
              </a:spcAft>
              <a:buFont typeface="Arial"/>
              <a:buChar char="•"/>
            </a:pPr>
            <a:r>
              <a:rPr sz="1400" b="0" i="0" u="none">
                <a:solidFill>
                  <a:srgbClr val="333333"/>
                </a:solidFill>
                <a:latin typeface="微软雅黑"/>
              </a:rPr>
              <a:t>L2</a:t>
            </a:r>
          </a:p>
        </p:txBody>
      </p:sp>
      <p:sp>
        <p:nvSpPr>
          <p:cNvPr id="3" name="TextBox 2"/>
          <p:cNvSpPr txBox="1"/>
          <p:nvPr/>
        </p:nvSpPr>
        <p:spPr>
          <a:xfrm>
            <a:off x="457200" y="815340"/>
            <a:ext cx="8229600" cy="358140"/>
          </a:xfrm>
          <a:prstGeom prst="rect">
            <a:avLst/>
          </a:prstGeom>
          <a:noFill/>
        </p:spPr>
        <p:txBody>
          <a:bodyPr wrap="square" anchor="t"/>
          <a:lstStyle/>
          <a:p>
            <a:pPr algn="l" marL="822960" indent="-228600">
              <a:spcBef>
                <a:spcPts val="600"/>
              </a:spcBef>
              <a:spcAft>
                <a:spcPts val="600"/>
              </a:spcAft>
              <a:buFont typeface="Arial"/>
              <a:buChar char="•"/>
            </a:pPr>
            <a:r>
              <a:rPr sz="1400" b="0" i="0" u="none">
                <a:solidFill>
                  <a:srgbClr val="333333"/>
                </a:solidFill>
                <a:latin typeface="微软雅黑"/>
              </a:rPr>
              <a:t>L3</a:t>
            </a:r>
          </a:p>
        </p:txBody>
      </p:sp>
      <p:sp>
        <p:nvSpPr>
          <p:cNvPr id="4" name="TextBox 3"/>
          <p:cNvSpPr txBox="1"/>
          <p:nvPr/>
        </p:nvSpPr>
        <p:spPr>
          <a:xfrm>
            <a:off x="457200" y="1173480"/>
            <a:ext cx="8229600" cy="358140"/>
          </a:xfrm>
          <a:prstGeom prst="rect">
            <a:avLst/>
          </a:prstGeom>
          <a:noFill/>
        </p:spPr>
        <p:txBody>
          <a:bodyPr wrap="square" anchor="t"/>
          <a:lstStyle/>
          <a:p>
            <a:pPr algn="l" marL="1097280" indent="-228600">
              <a:spcBef>
                <a:spcPts val="600"/>
              </a:spcBef>
              <a:spcAft>
                <a:spcPts val="600"/>
              </a:spcAft>
              <a:buFont typeface="Arial"/>
              <a:buChar char="•"/>
            </a:pPr>
            <a:r>
              <a:rPr sz="1400" b="0" i="0" u="none">
                <a:solidFill>
                  <a:srgbClr val="333333"/>
                </a:solidFill>
                <a:latin typeface="微软雅黑"/>
              </a:rPr>
              <a:t>L4</a:t>
            </a:r>
          </a:p>
        </p:txBody>
      </p:sp>
      <p:sp>
        <p:nvSpPr>
          <p:cNvPr id="5" name="TextBox 4"/>
          <p:cNvSpPr txBox="1"/>
          <p:nvPr/>
        </p:nvSpPr>
        <p:spPr>
          <a:xfrm>
            <a:off x="457200" y="1531620"/>
            <a:ext cx="8229600" cy="457200"/>
          </a:xfrm>
          <a:prstGeom prst="rect">
            <a:avLst/>
          </a:prstGeom>
          <a:solidFill>
            <a:srgbClr val="1E1E1E"/>
          </a:solidFill>
        </p:spPr>
        <p:txBody>
          <a:bodyPr wrap="square"/>
          <a:lstStyle/>
          <a:p>
            <a:pPr>
              <a:lnSpc>
                <a:spcPct val="100000"/>
              </a:lnSpc>
              <a:spcBef>
                <a:spcPts val="0"/>
              </a:spcBef>
              <a:spcAft>
                <a:spcPts val="0"/>
              </a:spcAft>
            </a:pPr>
            <a:r>
              <a:rPr sz="1000">
                <a:solidFill>
                  <a:srgbClr val="D4D4D4"/>
                </a:solidFill>
                <a:latin typeface="Consolas"/>
              </a:rPr>
              <a:t>&lt;div&gt;这是代码中的标签文本&lt;/div&gt;</a:t>
            </a:r>
          </a:p>
          <a:p>
            <a:pPr>
              <a:lnSpc>
                <a:spcPct val="100000"/>
              </a:lnSpc>
              <a:spcBef>
                <a:spcPts val="0"/>
              </a:spcBef>
              <a:spcAft>
                <a:spcPts val="0"/>
              </a:spcAft>
            </a:pPr>
            <a:r>
              <a:rPr sz="1000">
                <a:solidFill>
                  <a:srgbClr val="D4D4D4"/>
                </a:solidFill>
                <a:latin typeface="Consolas"/>
              </a:rPr>
              <a:t>&lt;span&gt;同理&lt;/span&gt;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533400"/>
          </a:xfrm>
          <a:prstGeom prst="rect">
            <a:avLst/>
          </a:prstGeom>
          <a:noFill/>
        </p:spPr>
        <p:txBody>
          <a:bodyPr wrap="square" anchor="t"/>
          <a:lstStyle/>
          <a:p>
            <a:pPr algn="l">
              <a:spcBef>
                <a:spcPts val="0"/>
              </a:spcBef>
              <a:spcAft>
                <a:spcPts val="400"/>
              </a:spcAft>
            </a:pPr>
            <a:r>
              <a:rPr sz="2800" b="1" i="0" u="none">
                <a:solidFill>
                  <a:srgbClr val="1A1A1A"/>
                </a:solidFill>
                <a:latin typeface="微软雅黑"/>
              </a:rPr>
              <a:t>标题链接</a:t>
            </a:r>
          </a:p>
        </p:txBody>
      </p:sp>
      <p:sp>
        <p:nvSpPr>
          <p:cNvPr id="3" name="TextBox 2"/>
          <p:cNvSpPr txBox="1"/>
          <p:nvPr/>
        </p:nvSpPr>
        <p:spPr>
          <a:xfrm>
            <a:off x="457200" y="1127760"/>
            <a:ext cx="8229600" cy="358140"/>
          </a:xfrm>
          <a:prstGeom prst="rect">
            <a:avLst/>
          </a:prstGeom>
          <a:noFill/>
        </p:spPr>
        <p:txBody>
          <a:bodyPr wrap="square" anchor="t"/>
          <a:lstStyle/>
          <a:p>
            <a:pPr algn="l">
              <a:spcBef>
                <a:spcPts val="600"/>
              </a:spcBef>
              <a:spcAft>
                <a:spcPts val="600"/>
              </a:spcAft>
            </a:pPr>
            <a:r>
              <a:rPr sz="1400" b="0" i="0" u="none">
                <a:solidFill>
                  <a:srgbClr val="333333"/>
                </a:solidFill>
                <a:latin typeface="微软雅黑"/>
              </a:rPr>
              <a:t>前</a:t>
            </a:r>
            <a:r>
              <a:rPr sz="1400" b="0" i="0" u="none">
                <a:solidFill>
                  <a:srgbClr val="333333"/>
                </a:solidFill>
                <a:latin typeface="微软雅黑"/>
              </a:rPr>
              <a:t>后</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09600"/>
          </a:xfrm>
          <a:prstGeom prst="rect">
            <a:avLst/>
          </a:prstGeom>
          <a:noFill/>
        </p:spPr>
        <p:txBody>
          <a:bodyPr wrap="square" anchor="t"/>
          <a:lstStyle/>
          <a:p>
            <a:pPr algn="l">
              <a:spcBef>
                <a:spcPts val="0"/>
              </a:spcBef>
              <a:spcAft>
                <a:spcPts val="400"/>
              </a:spcAft>
            </a:pPr>
            <a:r>
              <a:rPr sz="3200" b="1" i="0" u="none">
                <a:solidFill>
                  <a:srgbClr val="1A1A1A"/>
                </a:solidFill>
                <a:latin typeface="微软雅黑"/>
              </a:rPr>
              <a:t>标题A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09600"/>
          </a:xfrm>
          <a:prstGeom prst="rect">
            <a:avLst/>
          </a:prstGeom>
          <a:noFill/>
        </p:spPr>
        <p:txBody>
          <a:bodyPr wrap="square" anchor="t"/>
          <a:lstStyle/>
          <a:p>
            <a:pPr algn="l">
              <a:spcBef>
                <a:spcPts val="0"/>
              </a:spcBef>
              <a:spcAft>
                <a:spcPts val="400"/>
              </a:spcAft>
            </a:pPr>
            <a:r>
              <a:rPr sz="3200" b="1" i="0" u="none">
                <a:solidFill>
                  <a:srgbClr val="1A1A1A"/>
                </a:solidFill>
                <a:latin typeface="微软雅黑"/>
              </a:rPr>
              <a:t>标题B</a:t>
            </a:r>
          </a:p>
        </p:txBody>
      </p:sp>
      <p:sp>
        <p:nvSpPr>
          <p:cNvPr id="3" name="TextBox 2"/>
          <p:cNvSpPr txBox="1"/>
          <p:nvPr/>
        </p:nvSpPr>
        <p:spPr>
          <a:xfrm>
            <a:off x="457200" y="1203959"/>
            <a:ext cx="8229600" cy="358140"/>
          </a:xfrm>
          <a:prstGeom prst="rect">
            <a:avLst/>
          </a:prstGeom>
          <a:solidFill>
            <a:srgbClr val="F0F0F0"/>
          </a:solidFill>
        </p:spPr>
        <p:txBody>
          <a:bodyPr wrap="square" anchor="t"/>
          <a:lstStyle/>
          <a:p>
            <a:pPr algn="l" marL="274320" indent="-228600">
              <a:spcBef>
                <a:spcPts val="600"/>
              </a:spcBef>
              <a:spcAft>
                <a:spcPts val="600"/>
              </a:spcAft>
              <a:buFont typeface="Arial"/>
              <a:buChar char="•"/>
            </a:pPr>
            <a:r>
              <a:rPr sz="1400" b="0" i="0" u="none">
                <a:solidFill>
                  <a:srgbClr val="333333"/>
                </a:solidFill>
                <a:latin typeface="微软雅黑"/>
              </a:rPr>
              <a:t>引用项1</a:t>
            </a:r>
          </a:p>
        </p:txBody>
      </p:sp>
      <p:sp>
        <p:nvSpPr>
          <p:cNvPr id="4" name="TextBox 3"/>
          <p:cNvSpPr txBox="1"/>
          <p:nvPr/>
        </p:nvSpPr>
        <p:spPr>
          <a:xfrm>
            <a:off x="457200" y="1562099"/>
            <a:ext cx="8229600" cy="358140"/>
          </a:xfrm>
          <a:prstGeom prst="rect">
            <a:avLst/>
          </a:prstGeom>
          <a:solidFill>
            <a:srgbClr val="F0F0F0"/>
          </a:solidFill>
        </p:spPr>
        <p:txBody>
          <a:bodyPr wrap="square" anchor="t"/>
          <a:lstStyle/>
          <a:p>
            <a:pPr algn="l" marL="274320" indent="-228600">
              <a:spcBef>
                <a:spcPts val="600"/>
              </a:spcBef>
              <a:spcAft>
                <a:spcPts val="600"/>
              </a:spcAft>
              <a:buFont typeface="Arial"/>
              <a:buChar char="•"/>
            </a:pPr>
            <a:r>
              <a:rPr sz="1400" b="0" i="0" u="none">
                <a:solidFill>
                  <a:srgbClr val="333333"/>
                </a:solidFill>
                <a:latin typeface="微软雅黑"/>
              </a:rPr>
              <a:t>引用项2</a:t>
            </a:r>
          </a:p>
        </p:txBody>
      </p:sp>
      <p:sp>
        <p:nvSpPr>
          <p:cNvPr id="5" name="TextBox 4"/>
          <p:cNvSpPr txBox="1"/>
          <p:nvPr/>
        </p:nvSpPr>
        <p:spPr>
          <a:xfrm>
            <a:off x="457200" y="1920239"/>
            <a:ext cx="8229600" cy="358140"/>
          </a:xfrm>
          <a:prstGeom prst="rect">
            <a:avLst/>
          </a:prstGeom>
          <a:noFill/>
        </p:spPr>
        <p:txBody>
          <a:bodyPr wrap="square" anchor="t"/>
          <a:lstStyle/>
          <a:p>
            <a:pPr algn="l">
              <a:spcBef>
                <a:spcPts val="600"/>
              </a:spcBef>
              <a:spcAft>
                <a:spcPts val="600"/>
              </a:spcAft>
            </a:pPr>
            <a:r>
              <a:rPr sz="1400" b="0" i="0" u="none">
                <a:solidFill>
                  <a:srgbClr val="333333"/>
                </a:solidFill>
                <a:latin typeface="微软雅黑"/>
              </a:rPr>
              <a:t>normal</a:t>
            </a:r>
          </a:p>
        </p:txBody>
      </p:sp>
      <p:sp>
        <p:nvSpPr>
          <p:cNvPr id="6" name="TextBox 5"/>
          <p:cNvSpPr txBox="1"/>
          <p:nvPr/>
        </p:nvSpPr>
        <p:spPr>
          <a:xfrm>
            <a:off x="457200" y="2278379"/>
            <a:ext cx="8229600" cy="358140"/>
          </a:xfrm>
          <a:prstGeom prst="rect">
            <a:avLst/>
          </a:prstGeom>
          <a:noFill/>
        </p:spPr>
        <p:txBody>
          <a:bodyPr wrap="square" anchor="t"/>
          <a:lstStyle/>
          <a:p>
            <a:pPr algn="l">
              <a:spcBef>
                <a:spcPts val="600"/>
              </a:spcBef>
              <a:spcAft>
                <a:spcPts val="600"/>
              </a:spcAft>
            </a:pPr>
            <a:r>
              <a:rPr sz="1400" b="1" i="0" u="none">
                <a:solidFill>
                  <a:srgbClr val="333333"/>
                </a:solidFill>
                <a:latin typeface="微软雅黑"/>
              </a:rPr>
              <a:t>bold</a:t>
            </a:r>
          </a:p>
        </p:txBody>
      </p:sp>
      <p:sp>
        <p:nvSpPr>
          <p:cNvPr id="7" name="TextBox 6"/>
          <p:cNvSpPr txBox="1"/>
          <p:nvPr/>
        </p:nvSpPr>
        <p:spPr>
          <a:xfrm>
            <a:off x="457200" y="2636519"/>
            <a:ext cx="8229600" cy="358140"/>
          </a:xfrm>
          <a:prstGeom prst="rect">
            <a:avLst/>
          </a:prstGeom>
          <a:noFill/>
        </p:spPr>
        <p:txBody>
          <a:bodyPr wrap="square" anchor="t"/>
          <a:lstStyle/>
          <a:p>
            <a:pPr algn="l">
              <a:spcBef>
                <a:spcPts val="600"/>
              </a:spcBef>
              <a:spcAft>
                <a:spcPts val="600"/>
              </a:spcAft>
            </a:pPr>
            <a:r>
              <a:rPr sz="1400" b="1" i="0" u="none">
                <a:solidFill>
                  <a:srgbClr val="333333"/>
                </a:solidFill>
                <a:latin typeface="微软雅黑"/>
              </a:rPr>
              <a:t>black</a:t>
            </a:r>
          </a:p>
        </p:txBody>
      </p:sp>
      <p:sp>
        <p:nvSpPr>
          <p:cNvPr id="8" name="TextBox 7"/>
          <p:cNvSpPr txBox="1"/>
          <p:nvPr/>
        </p:nvSpPr>
        <p:spPr>
          <a:xfrm>
            <a:off x="457200" y="2994659"/>
            <a:ext cx="8229600" cy="358140"/>
          </a:xfrm>
          <a:prstGeom prst="rect">
            <a:avLst/>
          </a:prstGeom>
          <a:noFill/>
        </p:spPr>
        <p:txBody>
          <a:bodyPr wrap="square" anchor="t"/>
          <a:lstStyle/>
          <a:p>
            <a:pPr algn="l">
              <a:spcBef>
                <a:spcPts val="600"/>
              </a:spcBef>
              <a:spcAft>
                <a:spcPts val="600"/>
              </a:spcAft>
            </a:pPr>
            <a:r>
              <a:rPr sz="1400" b="0" i="0" u="none">
                <a:solidFill>
                  <a:srgbClr val="333333"/>
                </a:solidFill>
                <a:latin typeface="微软雅黑"/>
              </a:rPr>
              <a:t>有</a:t>
            </a:r>
            <a:r>
              <a:rPr sz="1400" b="0" i="0" u="none" strike="sngStrike">
                <a:solidFill>
                  <a:srgbClr val="333333"/>
                </a:solidFill>
                <a:latin typeface="微软雅黑"/>
              </a:rPr>
              <a:t>删除文本</a:t>
            </a:r>
            <a:r>
              <a:rPr sz="1400" b="0" i="0" u="none">
                <a:solidFill>
                  <a:srgbClr val="333333"/>
                </a:solidFill>
                <a:latin typeface="微软雅黑"/>
              </a:rPr>
              <a:t>和</a:t>
            </a:r>
            <a:r>
              <a:rPr sz="1400" b="0" i="0" u="none" strike="sngStrike">
                <a:solidFill>
                  <a:srgbClr val="333333"/>
                </a:solidFill>
                <a:latin typeface="微软雅黑"/>
              </a:rPr>
              <a:t>另一删除</a:t>
            </a:r>
          </a:p>
        </p:txBody>
      </p:sp>
      <p:graphicFrame>
        <p:nvGraphicFramePr>
          <p:cNvPr id="9" name="Table 8"/>
          <p:cNvGraphicFramePr>
            <a:graphicFrameLocks noGrp="1"/>
          </p:cNvGraphicFramePr>
          <p:nvPr/>
        </p:nvGraphicFramePr>
        <p:xfrm>
          <a:off x="457200" y="3352799"/>
          <a:ext cx="8229600" cy="548640"/>
        </p:xfrm>
        <a:graphic>
          <a:graphicData uri="http://schemas.openxmlformats.org/drawingml/2006/table">
            <a:tbl>
              <a:tblPr firstRow="1" bandRow="1">
                <a:tableStyleId>{5C22544A-7EE6-4342-B048-85BDC9FD1C3A}</a:tableStyleId>
              </a:tblPr>
              <a:tblGrid>
                <a:gridCol w="8229600"/>
              </a:tblGrid>
              <a:tr h="274320">
                <a:tc>
                  <a:txBody>
                    <a:bodyPr wrap="square"/>
                    <a:lstStyle/>
                    <a:p>
                      <a:pPr algn="l">
                        <a:spcBef>
                          <a:spcPts val="200"/>
                        </a:spcBef>
                        <a:spcAft>
                          <a:spcPts val="200"/>
                        </a:spcAft>
                      </a:pPr>
                      <a:r>
                        <a:rPr sz="1100" b="0" i="0" u="none">
                          <a:solidFill>
                            <a:srgbClr val="333333"/>
                          </a:solidFill>
                          <a:latin typeface="微软雅黑"/>
                        </a:rPr>
                        <a:t>A</a:t>
                      </a:r>
                    </a:p>
                  </a:txBody>
                  <a:tcPr anchor="ctr">
                    <a:solidFill>
                      <a:srgbClr val="F2F2F2"/>
                    </a:solidFill>
                  </a:tcPr>
                </a:tc>
              </a:tr>
              <a:tr h="274320">
                <a:tc>
                  <a:txBody>
                    <a:bodyPr wrap="square"/>
                    <a:lstStyle/>
                    <a:p>
                      <a:pPr algn="l">
                        <a:spcBef>
                          <a:spcPts val="200"/>
                        </a:spcBef>
                        <a:spcAft>
                          <a:spcPts val="200"/>
                        </a:spcAft>
                      </a:pPr>
                      <a:r>
                        <a:rPr sz="1100" b="0" i="0" u="none">
                          <a:solidFill>
                            <a:srgbClr val="333333"/>
                          </a:solidFill>
                          <a:latin typeface="微软雅黑"/>
                        </a:rPr>
                        <a:t>B</a:t>
                      </a:r>
                    </a:p>
                  </a:txBody>
                  <a:tcPr anchor="ctr">
                    <a:solidFill>
                      <a:srgbClr val="FFFFFF"/>
                    </a:solidFill>
                  </a:tcPr>
                </a:tc>
              </a:tr>
            </a:tbl>
          </a:graphicData>
        </a:graphic>
      </p:graphicFrame>
      <p:graphicFrame>
        <p:nvGraphicFramePr>
          <p:cNvPr id="10" name="Table 9"/>
          <p:cNvGraphicFramePr>
            <a:graphicFrameLocks noGrp="1"/>
          </p:cNvGraphicFramePr>
          <p:nvPr/>
        </p:nvGraphicFramePr>
        <p:xfrm>
          <a:off x="457200" y="4038599"/>
          <a:ext cx="8229600" cy="548640"/>
        </p:xfrm>
        <a:graphic>
          <a:graphicData uri="http://schemas.openxmlformats.org/drawingml/2006/table">
            <a:tbl>
              <a:tblPr firstRow="1" bandRow="1">
                <a:tableStyleId>{5C22544A-7EE6-4342-B048-85BDC9FD1C3A}</a:tableStyleId>
              </a:tblPr>
              <a:tblGrid>
                <a:gridCol w="4114800"/>
                <a:gridCol w="4114800"/>
              </a:tblGrid>
              <a:tr h="274320">
                <a:tc>
                  <a:txBody>
                    <a:bodyPr wrap="square"/>
                    <a:lstStyle/>
                    <a:p>
                      <a:pPr algn="l">
                        <a:spcBef>
                          <a:spcPts val="200"/>
                        </a:spcBef>
                        <a:spcAft>
                          <a:spcPts val="200"/>
                        </a:spcAft>
                      </a:pPr>
                      <a:r>
                        <a:rPr sz="1100" b="0" i="0" u="none">
                          <a:solidFill>
                            <a:srgbClr val="333333"/>
                          </a:solidFill>
                          <a:latin typeface="微软雅黑"/>
                        </a:rPr>
                        <a:t>表头1</a:t>
                      </a:r>
                    </a:p>
                  </a:txBody>
                  <a:tcPr anchor="ctr">
                    <a:solidFill>
                      <a:srgbClr val="F2F2F2"/>
                    </a:solidFill>
                  </a:tcPr>
                </a:tc>
                <a:tc>
                  <a:txBody>
                    <a:bodyPr wrap="square"/>
                    <a:lstStyle/>
                    <a:p>
                      <a:pPr algn="l">
                        <a:spcBef>
                          <a:spcPts val="200"/>
                        </a:spcBef>
                        <a:spcAft>
                          <a:spcPts val="200"/>
                        </a:spcAft>
                      </a:pPr>
                      <a:r>
                        <a:rPr sz="1100" b="0" i="0" u="none">
                          <a:solidFill>
                            <a:srgbClr val="333333"/>
                          </a:solidFill>
                          <a:latin typeface="微软雅黑"/>
                        </a:rPr>
                        <a:t>表头2</a:t>
                      </a:r>
                    </a:p>
                  </a:txBody>
                  <a:tcPr anchor="ctr">
                    <a:solidFill>
                      <a:srgbClr val="F2F2F2"/>
                    </a:solidFill>
                  </a:tcPr>
                </a:tc>
              </a:tr>
              <a:tr h="274320">
                <a:tc>
                  <a:txBody>
                    <a:bodyPr wrap="square"/>
                    <a:lstStyle/>
                    <a:p>
                      <a:pPr algn="l">
                        <a:spcBef>
                          <a:spcPts val="200"/>
                        </a:spcBef>
                        <a:spcAft>
                          <a:spcPts val="200"/>
                        </a:spcAft>
                      </a:pPr>
                      <a:r>
                        <a:rPr sz="1100" b="0" i="0" u="none">
                          <a:solidFill>
                            <a:srgbClr val="333333"/>
                          </a:solidFill>
                          <a:latin typeface="微软雅黑"/>
                        </a:rPr>
                        <a:t>数据1</a:t>
                      </a:r>
                    </a:p>
                  </a:txBody>
                  <a:tcPr anchor="ctr">
                    <a:solidFill>
                      <a:srgbClr val="FFFFFF"/>
                    </a:solidFill>
                  </a:tcPr>
                </a:tc>
                <a:tc>
                  <a:txBody>
                    <a:bodyPr wrap="square"/>
                    <a:lstStyle/>
                    <a:p>
                      <a:pPr algn="l">
                        <a:spcBef>
                          <a:spcPts val="200"/>
                        </a:spcBef>
                        <a:spcAft>
                          <a:spcPts val="200"/>
                        </a:spcAft>
                      </a:pPr>
                      <a:r>
                        <a:rPr sz="1100" b="0" i="0" u="none">
                          <a:solidFill>
                            <a:srgbClr val="333333"/>
                          </a:solidFill>
                          <a:latin typeface="微软雅黑"/>
                        </a:rPr>
                        <a:t>数据2</a:t>
                      </a:r>
                    </a:p>
                  </a:txBody>
                  <a:tcPr anchor="ctr">
                    <a:solidFill>
                      <a:srgbClr val="FFFFFF"/>
                    </a:solidFill>
                  </a:tcPr>
                </a:tc>
              </a:tr>
            </a:tbl>
          </a:graphicData>
        </a:graphic>
      </p:graphicFrame>
      <p:graphicFrame>
        <p:nvGraphicFramePr>
          <p:cNvPr id="11" name="Table 10"/>
          <p:cNvGraphicFramePr>
            <a:graphicFrameLocks noGrp="1"/>
          </p:cNvGraphicFramePr>
          <p:nvPr/>
        </p:nvGraphicFramePr>
        <p:xfrm>
          <a:off x="457200" y="4724399"/>
          <a:ext cx="8229600" cy="822959"/>
        </p:xfrm>
        <a:graphic>
          <a:graphicData uri="http://schemas.openxmlformats.org/drawingml/2006/table">
            <a:tbl>
              <a:tblPr firstRow="1" bandRow="1">
                <a:tableStyleId>{5C22544A-7EE6-4342-B048-85BDC9FD1C3A}</a:tableStyleId>
              </a:tblPr>
              <a:tblGrid>
                <a:gridCol w="4114800"/>
                <a:gridCol w="4114800"/>
              </a:tblGrid>
              <a:tr h="274319">
                <a:tc gridSpan="2">
                  <a:txBody>
                    <a:bodyPr wrap="square"/>
                    <a:lstStyle/>
                    <a:p>
                      <a:pPr algn="l">
                        <a:spcBef>
                          <a:spcPts val="200"/>
                        </a:spcBef>
                        <a:spcAft>
                          <a:spcPts val="200"/>
                        </a:spcAft>
                      </a:pPr>
                      <a:r>
                        <a:rPr sz="1100" b="0" i="0" u="none">
                          <a:solidFill>
                            <a:srgbClr val="333333"/>
                          </a:solidFill>
                          <a:latin typeface="微软雅黑"/>
                        </a:rPr>
                        <a:t>合并表头</a:t>
                      </a:r>
                    </a:p>
                  </a:txBody>
                  <a:tcPr anchor="ctr">
                    <a:solidFill>
                      <a:srgbClr val="F2F2F2"/>
                    </a:solidFill>
                  </a:tcPr>
                </a:tc>
                <a:tc hMerge="1">
                  <a:txBody>
                    <a:bodyPr wrap="square"/>
                    <a:lstStyle/>
                    <a:p>
                      <a:pPr algn="l">
                        <a:spcBef>
                          <a:spcPts val="200"/>
                        </a:spcBef>
                        <a:spcAft>
                          <a:spcPts val="200"/>
                        </a:spcAft>
                      </a:pPr>
                      <a:r>
                        <a:rPr sz="1100" b="0" i="0" u="none">
                          <a:solidFill>
                            <a:srgbClr val="333333"/>
                          </a:solidFill>
                          <a:latin typeface="微软雅黑"/>
                        </a:rPr>
                        <a:t/>
                      </a:r>
                    </a:p>
                  </a:txBody>
                  <a:tcPr anchor="ctr">
                    <a:solidFill>
                      <a:srgbClr val="F2F2F2"/>
                    </a:solidFill>
                  </a:tcPr>
                </a:tc>
              </a:tr>
              <a:tr h="274319">
                <a:tc rowSpan="2">
                  <a:txBody>
                    <a:bodyPr wrap="square"/>
                    <a:lstStyle/>
                    <a:p>
                      <a:pPr algn="l">
                        <a:spcBef>
                          <a:spcPts val="200"/>
                        </a:spcBef>
                        <a:spcAft>
                          <a:spcPts val="200"/>
                        </a:spcAft>
                      </a:pPr>
                      <a:r>
                        <a:rPr sz="1100" b="0" i="0" u="none">
                          <a:solidFill>
                            <a:srgbClr val="333333"/>
                          </a:solidFill>
                          <a:latin typeface="微软雅黑"/>
                        </a:rPr>
                        <a:t>跨行</a:t>
                      </a:r>
                    </a:p>
                    <a:p>
                      <a:pPr algn="l">
                        <a:spcBef>
                          <a:spcPts val="200"/>
                        </a:spcBef>
                        <a:spcAft>
                          <a:spcPts val="200"/>
                        </a:spcAft>
                      </a:pPr>
                      <a:r>
                        <a:rPr sz="1100" b="0" i="0" u="none">
                          <a:solidFill>
                            <a:srgbClr val="333333"/>
                          </a:solidFill>
                          <a:latin typeface="微软雅黑"/>
                        </a:rPr>
                        <a:t>B</a:t>
                      </a:r>
                    </a:p>
                  </a:txBody>
                  <a:tcPr anchor="ctr">
                    <a:solidFill>
                      <a:srgbClr val="FFFFFF"/>
                    </a:solidFill>
                  </a:tcPr>
                </a:tc>
                <a:tc>
                  <a:txBody>
                    <a:bodyPr wrap="square"/>
                    <a:lstStyle/>
                    <a:p>
                      <a:pPr algn="l">
                        <a:spcBef>
                          <a:spcPts val="200"/>
                        </a:spcBef>
                        <a:spcAft>
                          <a:spcPts val="200"/>
                        </a:spcAft>
                      </a:pPr>
                      <a:r>
                        <a:rPr sz="1100" b="0" i="0" u="none">
                          <a:solidFill>
                            <a:srgbClr val="333333"/>
                          </a:solidFill>
                          <a:latin typeface="微软雅黑"/>
                        </a:rPr>
                        <a:t>A</a:t>
                      </a:r>
                    </a:p>
                  </a:txBody>
                  <a:tcPr anchor="ctr">
                    <a:solidFill>
                      <a:srgbClr val="FFFFFF"/>
                    </a:solidFill>
                  </a:tcPr>
                </a:tc>
              </a:tr>
              <a:tr h="274321">
                <a:tc vMerge="1">
                  <a:txBody>
                    <a:bodyPr wrap="square"/>
                    <a:lstStyle/>
                    <a:p/>
                  </a:txBody>
                  <a:tcPr anchor="ctr">
                    <a:solidFill>
                      <a:srgbClr val="F2F2F2"/>
                    </a:solidFill>
                  </a:tcPr>
                </a:tc>
                <a:tc>
                  <a:txBody>
                    <a:bodyPr wrap="square"/>
                    <a:lstStyle/>
                    <a:p>
                      <a:pPr algn="l">
                        <a:spcBef>
                          <a:spcPts val="200"/>
                        </a:spcBef>
                        <a:spcAft>
                          <a:spcPts val="200"/>
                        </a:spcAft>
                      </a:pPr>
                      <a:r>
                        <a:rPr sz="1100" b="0" i="0" u="none">
                          <a:solidFill>
                            <a:srgbClr val="333333"/>
                          </a:solidFill>
                          <a:latin typeface="微软雅黑"/>
                        </a:rPr>
                        <a:t/>
                      </a:r>
                    </a:p>
                  </a:txBody>
                  <a:tcPr anchor="ctr">
                    <a:solidFill>
                      <a:srgbClr val="F2F2F2"/>
                    </a:solidFill>
                  </a:tcPr>
                </a:tc>
              </a:tr>
            </a:tbl>
          </a:graphicData>
        </a:graphic>
      </p:graphicFrame>
      <p:sp>
        <p:nvSpPr>
          <p:cNvPr id="12" name="TextBox 11"/>
          <p:cNvSpPr txBox="1"/>
          <p:nvPr/>
        </p:nvSpPr>
        <p:spPr>
          <a:xfrm>
            <a:off x="457200" y="5684520"/>
            <a:ext cx="8229600" cy="358140"/>
          </a:xfrm>
          <a:prstGeom prst="rect">
            <a:avLst/>
          </a:prstGeom>
          <a:noFill/>
        </p:spPr>
        <p:txBody>
          <a:bodyPr wrap="square" anchor="t"/>
          <a:lstStyle/>
          <a:p>
            <a:pPr algn="l" marL="274320" indent="-228600">
              <a:spcBef>
                <a:spcPts val="600"/>
              </a:spcBef>
              <a:spcAft>
                <a:spcPts val="600"/>
              </a:spcAft>
              <a:buFont typeface="Arial"/>
              <a:buAutoNum type="arabicPeriod"/>
            </a:pPr>
            <a:r>
              <a:rPr sz="1400" b="0" i="0" u="none">
                <a:solidFill>
                  <a:srgbClr val="333333"/>
                </a:solidFill>
                <a:latin typeface="微软雅黑"/>
              </a:rPr>
              <a:t>第一项</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358140"/>
          </a:xfrm>
          <a:prstGeom prst="rect">
            <a:avLst/>
          </a:prstGeom>
          <a:noFill/>
        </p:spPr>
        <p:txBody>
          <a:bodyPr wrap="square" anchor="t"/>
          <a:lstStyle/>
          <a:p>
            <a:pPr algn="l" marL="274320" indent="-228600">
              <a:spcBef>
                <a:spcPts val="600"/>
              </a:spcBef>
              <a:spcAft>
                <a:spcPts val="600"/>
              </a:spcAft>
              <a:buFont typeface="Arial"/>
              <a:buAutoNum type="arabicPeriod"/>
            </a:pPr>
            <a:r>
              <a:rPr sz="1400" b="0" i="0" u="none">
                <a:solidFill>
                  <a:srgbClr val="333333"/>
                </a:solidFill>
                <a:latin typeface="微软雅黑"/>
              </a:rPr>
              <a:t>第二项</a:t>
            </a:r>
          </a:p>
        </p:txBody>
      </p:sp>
      <p:sp>
        <p:nvSpPr>
          <p:cNvPr id="3" name="TextBox 2"/>
          <p:cNvSpPr txBox="1"/>
          <p:nvPr/>
        </p:nvSpPr>
        <p:spPr>
          <a:xfrm>
            <a:off x="457200" y="815340"/>
            <a:ext cx="8229600" cy="358140"/>
          </a:xfrm>
          <a:prstGeom prst="rect">
            <a:avLst/>
          </a:prstGeom>
          <a:noFill/>
        </p:spPr>
        <p:txBody>
          <a:bodyPr wrap="square" anchor="t"/>
          <a:lstStyle/>
          <a:p>
            <a:pPr algn="l" marL="274320" indent="-228600">
              <a:spcBef>
                <a:spcPts val="600"/>
              </a:spcBef>
              <a:spcAft>
                <a:spcPts val="600"/>
              </a:spcAft>
              <a:buFont typeface="Arial"/>
              <a:buAutoNum type="arabicPeriod"/>
            </a:pPr>
            <a:r>
              <a:rPr sz="1400" b="0" i="0" u="none">
                <a:solidFill>
                  <a:srgbClr val="333333"/>
                </a:solidFill>
                <a:latin typeface="微软雅黑"/>
              </a:rPr>
              <a:t>第三项</a:t>
            </a:r>
          </a:p>
        </p:txBody>
      </p:sp>
      <p:sp>
        <p:nvSpPr>
          <p:cNvPr id="4" name="TextBox 3"/>
          <p:cNvSpPr txBox="1"/>
          <p:nvPr/>
        </p:nvSpPr>
        <p:spPr>
          <a:xfrm>
            <a:off x="457200" y="1173480"/>
            <a:ext cx="8229600" cy="358140"/>
          </a:xfrm>
          <a:prstGeom prst="rect">
            <a:avLst/>
          </a:prstGeom>
          <a:noFill/>
        </p:spPr>
        <p:txBody>
          <a:bodyPr wrap="square" anchor="t"/>
          <a:lstStyle/>
          <a:p>
            <a:pPr algn="l">
              <a:spcBef>
                <a:spcPts val="600"/>
              </a:spcBef>
              <a:spcAft>
                <a:spcPts val="600"/>
              </a:spcAft>
            </a:pPr>
            <a:r>
              <a:rPr sz="1400" b="0" i="0" u="none">
                <a:solidFill>
                  <a:srgbClr val="333333"/>
                </a:solidFill>
                <a:latin typeface="微软雅黑"/>
              </a:rPr>
              <a:t>&lt;script&gt;alert('xss')&lt;/script&gt;</a:t>
            </a:r>
          </a:p>
        </p:txBody>
      </p:sp>
      <p:sp>
        <p:nvSpPr>
          <p:cNvPr id="5" name="TextBox 4"/>
          <p:cNvSpPr txBox="1"/>
          <p:nvPr/>
        </p:nvSpPr>
        <p:spPr>
          <a:xfrm>
            <a:off x="457200" y="1531620"/>
            <a:ext cx="8229600" cy="358140"/>
          </a:xfrm>
          <a:prstGeom prst="rect">
            <a:avLst/>
          </a:prstGeom>
          <a:noFill/>
        </p:spPr>
        <p:txBody>
          <a:bodyPr wrap="square" anchor="t"/>
          <a:lstStyle/>
          <a:p>
            <a:pPr algn="l">
              <a:spcBef>
                <a:spcPts val="600"/>
              </a:spcBef>
              <a:spcAft>
                <a:spcPts val="600"/>
              </a:spcAft>
            </a:pPr>
            <a:r>
              <a:rPr sz="1400" b="0" i="0" u="none">
                <a:solidFill>
                  <a:srgbClr val="333333"/>
                </a:solidFill>
                <a:latin typeface="微软雅黑"/>
              </a:rPr>
              <a:t>&amp;符号  空格 ©版权</a:t>
            </a:r>
          </a:p>
        </p:txBody>
      </p:sp>
      <p:sp>
        <p:nvSpPr>
          <p:cNvPr id="6" name="TextBox 5"/>
          <p:cNvSpPr txBox="1"/>
          <p:nvPr/>
        </p:nvSpPr>
        <p:spPr>
          <a:xfrm>
            <a:off x="457200" y="1889760"/>
            <a:ext cx="8229600" cy="342900"/>
          </a:xfrm>
          <a:prstGeom prst="rect">
            <a:avLst/>
          </a:prstGeom>
          <a:noFill/>
        </p:spPr>
        <p:txBody>
          <a:bodyPr wrap="square" anchor="t"/>
          <a:lstStyle/>
          <a:p>
            <a:pPr algn="l">
              <a:spcBef>
                <a:spcPts val="0"/>
              </a:spcBef>
              <a:spcAft>
                <a:spcPts val="400"/>
              </a:spcAft>
            </a:pPr>
            <a:r>
              <a:rPr sz="1800" b="1" i="0" u="none">
                <a:solidFill>
                  <a:srgbClr val="1A1A1A"/>
                </a:solidFill>
                <a:latin typeface="微软雅黑"/>
              </a:rPr>
              <a:t>术语</a:t>
            </a:r>
          </a:p>
        </p:txBody>
      </p:sp>
      <p:sp>
        <p:nvSpPr>
          <p:cNvPr id="7" name="TextBox 6"/>
          <p:cNvSpPr txBox="1"/>
          <p:nvPr/>
        </p:nvSpPr>
        <p:spPr>
          <a:xfrm>
            <a:off x="457200" y="2369820"/>
            <a:ext cx="8229600" cy="358140"/>
          </a:xfrm>
          <a:prstGeom prst="rect">
            <a:avLst/>
          </a:prstGeom>
          <a:solidFill>
            <a:srgbClr val="F9F9F9"/>
          </a:solidFill>
        </p:spPr>
        <p:txBody>
          <a:bodyPr wrap="square" anchor="t"/>
          <a:lstStyle/>
          <a:p>
            <a:pPr algn="l">
              <a:spcBef>
                <a:spcPts val="600"/>
              </a:spcBef>
              <a:spcAft>
                <a:spcPts val="600"/>
              </a:spcAft>
            </a:pPr>
            <a:r>
              <a:rPr sz="1400" b="0" i="0" u="none">
                <a:solidFill>
                  <a:srgbClr val="333333"/>
                </a:solidFill>
                <a:latin typeface="微软雅黑"/>
              </a:rPr>
              <a:t>定义内容</a:t>
            </a:r>
          </a:p>
        </p:txBody>
      </p:sp>
      <p:pic>
        <p:nvPicPr>
          <p:cNvPr id="8" name="Picture 7" descr="image.png"/>
          <p:cNvPicPr>
            <a:picLocks noChangeAspect="1"/>
          </p:cNvPicPr>
          <p:nvPr/>
        </p:nvPicPr>
        <p:blipFill>
          <a:blip r:embed="rId2"/>
          <a:stretch>
            <a:fillRect/>
          </a:stretch>
        </p:blipFill>
        <p:spPr>
          <a:xfrm>
            <a:off x="2743200" y="2727960"/>
            <a:ext cx="3657600" cy="36576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2743200" y="457200"/>
            <a:ext cx="3657600" cy="3657600"/>
          </a:xfrm>
          <a:prstGeom prst="rect">
            <a:avLst/>
          </a:prstGeom>
        </p:spPr>
      </p:pic>
      <p:sp>
        <p:nvSpPr>
          <p:cNvPr id="3" name="TextBox 2"/>
          <p:cNvSpPr txBox="1"/>
          <p:nvPr/>
        </p:nvSpPr>
        <p:spPr>
          <a:xfrm>
            <a:off x="457200" y="4206240"/>
            <a:ext cx="8229600" cy="274320"/>
          </a:xfrm>
          <a:prstGeom prst="rect">
            <a:avLst/>
          </a:prstGeom>
          <a:noFill/>
        </p:spPr>
        <p:txBody>
          <a:bodyPr wrap="none">
            <a:spAutoFit/>
          </a:bodyPr>
          <a:lstStyle/>
          <a:p>
            <a:pPr algn="ctr"/>
            <a:r>
              <a:rPr sz="1000" i="1">
                <a:solidFill>
                  <a:srgbClr val="666666"/>
                </a:solidFill>
              </a:rPr>
              <a:t>另一个1x1</a:t>
            </a:r>
          </a:p>
        </p:txBody>
      </p:sp>
      <p:sp>
        <p:nvSpPr>
          <p:cNvPr id="4" name="TextBox 3"/>
          <p:cNvSpPr txBox="1"/>
          <p:nvPr/>
        </p:nvSpPr>
        <p:spPr>
          <a:xfrm>
            <a:off x="457200" y="4526279"/>
            <a:ext cx="8229600" cy="358140"/>
          </a:xfrm>
          <a:prstGeom prst="rect">
            <a:avLst/>
          </a:prstGeom>
          <a:noFill/>
        </p:spPr>
        <p:txBody>
          <a:bodyPr wrap="square" anchor="t"/>
          <a:lstStyle/>
          <a:p>
            <a:pPr algn="l">
              <a:spcBef>
                <a:spcPts val="600"/>
              </a:spcBef>
              <a:spcAft>
                <a:spcPts val="600"/>
              </a:spcAft>
            </a:pPr>
            <a:r>
              <a:rPr sz="1400" b="0" i="0" u="none">
                <a:solidFill>
                  <a:srgbClr val="333333"/>
                </a:solidFill>
                <a:latin typeface="微软雅黑"/>
              </a:rPr>
              <a:t>文字 尾</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